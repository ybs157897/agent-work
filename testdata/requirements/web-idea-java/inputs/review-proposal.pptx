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6b6f60c9b4a4a" /><Relationship Type="http://schemas.openxmlformats.org/officeDocument/2006/relationships/extended-properties" Target="/docProps/app.xml" Id="Rc7894d9e1b404130" /><Relationship Type="http://schemas.openxmlformats.org/officeDocument/2006/relationships/officeDocument" Target="/ppt/presentation.xml" Id="Ra1bd2501160f49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9d98978cd4703"/>
  </p:sldMasterIdLst>
  <p:notesMasterIdLst>
    <p:notesMasterId xmlns:r="http://schemas.openxmlformats.org/officeDocument/2006/relationships" r:id="R800a9e2c952a4e06"/>
  </p:notesMasterIdLst>
  <p:sldIdLst>
    <p:sldId xmlns:r="http://schemas.openxmlformats.org/officeDocument/2006/relationships" id="256" r:id="Re8bafe866903466a"/>
    <p:sldId xmlns:r="http://schemas.openxmlformats.org/officeDocument/2006/relationships" id="257" r:id="R6caa60be25ec43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5d7e499e2c4dd1" /><Relationship Type="http://schemas.openxmlformats.org/officeDocument/2006/relationships/slideMaster" Target="/ppt/slideMasters/slideMaster1.xml" Id="R8b49d98978cd4703" /><Relationship Type="http://schemas.openxmlformats.org/officeDocument/2006/relationships/notesMaster" Target="/ppt/notesMasters/notesMaster1.xml" Id="R800a9e2c952a4e06" /><Relationship Type="http://schemas.openxmlformats.org/officeDocument/2006/relationships/presProps" Target="/ppt/presProps.xml" Id="R985603afe0fe45b9" /><Relationship Type="http://schemas.openxmlformats.org/officeDocument/2006/relationships/tableStyles" Target="/ppt/tableStyles.xml" Id="Rb2613e56d2ea42c5" /><Relationship Type="http://schemas.openxmlformats.org/officeDocument/2006/relationships/slide" Target="/ppt/slides/slide1.xml" Id="Re8bafe866903466a" /><Relationship Type="http://schemas.openxmlformats.org/officeDocument/2006/relationships/slide" Target="/ppt/slides/slide2.xml" Id="R6caa60be25ec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f23a387c0a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8e68a9ac1541f5" /><Relationship Type="http://schemas.openxmlformats.org/officeDocument/2006/relationships/notesMaster" Target="/ppt/notesMasters/notesMaster1.xml" Id="R8e3cf272425245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36358d2344a55" /><Relationship Type="http://schemas.openxmlformats.org/officeDocument/2006/relationships/notesMaster" Target="/ppt/notesMasters/notesMaster1.xml" Id="Raf1e126610a742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模拟测试材料｜未获用户确认 · SRC-PPTX-01 · 所有内容保持 pending。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模拟测试材料｜未获用户确认 · SRC-PPTX-01 · 未决点逐项保持 pending。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66bc8fca844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bcb22bed674666" /><Relationship Type="http://schemas.openxmlformats.org/officeDocument/2006/relationships/slideLayout" Target="/ppt/slideLayouts/slideLayout1.xml" Id="R091baee0c73c46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baee0c73c46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09025c00f43ad" /><Relationship Type="http://schemas.openxmlformats.org/officeDocument/2006/relationships/notesSlide" Target="/ppt/notesSlides/notesSlide1.xml" Id="Rfe8b30995d3c44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ceb52e24e4502" /><Relationship Type="http://schemas.openxmlformats.org/officeDocument/2006/relationships/notesSlide" Target="/ppt/notesSlides/notesSlide2.xml" Id="R3c7c911056a644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71F42-D9CC-4C28-BAA2-3EC37A84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模拟测试材料｜未获用户确认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92193-55C2-4393-BD38-2C03DD5C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SRC-PPTX-01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8CA54-A7DD-499D-A991-8C18D1B6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Java 编辑能力评审提议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5E505-B21A-437E-866D-7FCE7AC8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模拟提议 · 需求状态 pending · 文档 ID SRC-PPTX-01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E510E-9FF9-44F9-99E5-D8F3056C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0744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F5D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154A0-6613-4D97-AD76-CCE7E231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rPr>
              <a:t>模拟提议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88EC4-155C-4684-8B0B-8C11F7AE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首期包括跨文件 Rename 和 Quick Fix，一键应用并保存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6AE78-676E-4348-8F80-96614BF3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提议状态：pending</a:t>
            </a:r>
          </a:p>
          <a:p xmlns:a="http://schemas.openxmlformats.org/drawingml/2006/main">
            <a:pPr>
              <a:defRPr sz="1575" b="0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本页内容仅供评审，未获用户确认。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4E597-F5F5-461A-A87E-7DE0CE12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0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44054"/>
                </a:solidFill>
                <a:latin typeface="Helvetica Neue"/>
                <a:ea typeface="Helvetica Neue"/>
                <a:cs typeface="Helvetica Neue"/>
              </a:rPr>
              <a:t>测试解析关注点</a:t>
            </a:r>
          </a:p>
          <a:p xmlns:a="http://schemas.openxmlformats.org/drawingml/2006/main">
            <a:pPr>
              <a:defRPr sz="1500" b="0">
                <a:solidFill>
                  <a:srgbClr val="3440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44054"/>
                </a:solidFill>
                <a:latin typeface="Helvetica Neue"/>
                <a:ea typeface="Helvetica Neue"/>
                <a:cs typeface="Helvetica Neue"/>
              </a:rPr>
              <a:t>动作：跨文件 Rename、Quick Fix</a:t>
            </a:r>
          </a:p>
          <a:p xmlns:a="http://schemas.openxmlformats.org/drawingml/2006/main">
            <a:pPr>
              <a:defRPr sz="1500" b="0">
                <a:solidFill>
                  <a:srgbClr val="3440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44054"/>
                </a:solidFill>
                <a:latin typeface="Helvetica Neue"/>
                <a:ea typeface="Helvetica Neue"/>
                <a:cs typeface="Helvetica Neue"/>
              </a:rPr>
              <a:t>结果：一键应用并保存</a:t>
            </a:r>
          </a:p>
        </p:txBody>
      </p:sp>
    </p:spTree>
    <p:extLst>
      <p:ext uri="{BB962C8B-B14F-4D97-AF65-F5344CB8AC3E}">
        <p14:creationId xmlns:p14="http://schemas.microsoft.com/office/powerpoint/2010/main" val="442031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530A6-DECE-417E-890A-D26B916B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模拟测试材料｜未获用户确认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525B1-4BB0-4992-B986-AD74BC5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SRC-PPTX-01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DD291-B0BF-4FCD-96C2-1FEC288D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未决点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CFF1C-BD41-4A92-8A90-F5211ADB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以下问题均保持 pending，不代表已确认的产品规则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7A059-D17B-423A-91AE-8B49CACC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0744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F5D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ACE6A-12A3-4E5D-B23E-50123D98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E1E2C-96B4-4D13-80BE-4C42F14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预览是否必须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611B1-EE61-4479-92EF-AC9ACC6A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B1C63-70BA-4516-A4F3-7EAC5337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BEA0B-1608-479E-867E-14414D61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242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是否需要人审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CD818-8816-4CBD-BD8F-CA72472D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18FCB-EA67-4A08-9E60-8646CB67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5D29F-5F2C-49C5-AE41-FD902127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如何处理修改冲突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01F63-E228-4B4D-AA38-C7CF0D62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4A785-CF05-4299-8F23-BF7541A4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9749D-2C1B-40B9-84F3-2227B36F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失败是否回滚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D8827-D350-421D-838D-B0700381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pending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B5A69-1012-40A2-976A-245C08C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5D8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5887B-013F-42A5-A176-C33EF1C3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JDK 版本范围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2B1EB-9FA7-47E4-9087-1011C6F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pending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E1AB6-B113-4CAE-AF93-46FD13A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模拟测试材料｜未获用户确认</a:t>
            </a:r>
          </a:p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SRC-PPTX-01</a:t>
            </a:r>
          </a:p>
        </p:txBody>
      </p:sp>
    </p:spTree>
    <p:extLst>
      <p:ext uri="{BB962C8B-B14F-4D97-AF65-F5344CB8AC3E}">
        <p14:creationId xmlns:p14="http://schemas.microsoft.com/office/powerpoint/2010/main" val="1354313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2026-09-08T13:43:47.6470000Z</dcterms:created>
  <dcterms:modified xsi:type="dcterms:W3CDTF">2026-09-08T13:43:47.6470000Z</dcterms:modified>
</coreProperties>
</file>